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73152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</a:rPr>
              <a:t>🎓  TEAM PROJECT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EBookMarket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7C0DF"/>
                </a:solidFill>
              </a:rPr>
              <a:t>전자책 교환 플랫폼 — 배포·협업·성장의 기록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2026 · Spring Boot + React · Render / Vercel 배포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EBookMarket이란?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</a:rPr>
              <a:t>전자책을 구매하고, 교환하고, 중고로 거래할 수 있는 올인원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서점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공개 도서 구매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포인트로 결제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25880"/>
            <a:ext cx="1920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1460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내 서재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460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구매한 전자책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PDF 열람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25880"/>
            <a:ext cx="1920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책 교환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1:1 도서 교환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직접 매칭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325880"/>
            <a:ext cx="1920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🏷️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1228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중고 마켓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2697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포인트 거래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교환 거래 선택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📌  회원가입 → 포인트 충전 → 책 구매/교환/중고 거래까지 하나의 플랫폼에서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기술 스택 &amp; 선택 이유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060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412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Spring Boot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JPA·Security·REST를 한 번에 — 국내 백엔드 표준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0604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412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React + Vite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15361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 라우팅·상태관리·빠른 빌드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2606040" cy="2560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8412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15361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관계형 데이터 정합성 보장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88920"/>
            <a:ext cx="26060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072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Cache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081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Redis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" y="35021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JWT Refresh 토큰 고속 저장·만료 자동화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88920"/>
            <a:ext cx="260604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8072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Storage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081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AWS S3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10128" y="35021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PDF·이미지 대용량 파일 분리 저장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2606040" cy="1737360"/>
          </a:xfrm>
          <a:prstGeom prst="rect">
            <a:avLst/>
          </a:prstGeom>
          <a:solidFill>
            <a:srgbClr val="1E3A5F"/>
          </a:solidFill>
          <a:ln w="190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788920"/>
            <a:ext cx="2606040" cy="2560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28072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0815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C0DF"/>
                </a:solidFill>
              </a:rPr>
              <a:t>Render / Vercel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44768" y="35021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무료 PaaS로 실제 배포 경험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배포 &amp; 협업 여정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"웹을 완성하는 것보다,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완성해가는 과정이 진짜 배움이었다"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7543800" cy="54864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8132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74520"/>
            <a:ext cx="1920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" y="24505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GitHub 협업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브랜치 전략 · PR 리뷰 · Merge Conflict 해결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버전 관리의 필요성을 몸으로 체감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99232" y="148132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2542032" y="1874520"/>
            <a:ext cx="1920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15184" y="24505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첫 배포 경험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2871216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Render 백엔드 + Vercel 프론트 분리 배포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CORS 오류·환경변수·포트 설정 직접 해결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148132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1874520"/>
            <a:ext cx="1920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00016" y="24505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실전 디버깅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871216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500 에러·JWT 만료·S3 파일명 오류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로그를 보고 원인을 찾아 수정하는 반복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68896" y="148132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6711696" y="1874520"/>
            <a:ext cx="1920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11696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84848" y="24505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주기적 미팅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03136" y="2871216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기능 우선순위 조율·설계 변경 토론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같은 결과물을 향해 맞춰가는 과정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기능 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896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회원가입 &amp; 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80160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이메일·닉네임 중복 검사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JWT Access(30분) + Refresh(7일) Redis 저장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968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2860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포인트 충전 &amp; 도서 구매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67004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포인트 충전 → 서점 도서 구매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구매 완료 시 내 서재에 자동 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84448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36758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내 책장 업로드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405993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PDF + 표지 이미지 S3 업로드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제목·설명 입력 후 등록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04672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04672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07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76672" y="89611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중고 마켓 등록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1280160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내 서재 도서를 포인트 또는 교환으로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거래 완료 시 서재 소유권 자동 이전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94560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968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28600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1:1 책 교환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2670048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상대 책에 내 책으로 교환 제안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수락 시 양방향 소유권 교체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84448"/>
            <a:ext cx="41148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84448"/>
            <a:ext cx="457200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36758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전자책 뷰어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4059936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구매·교환한 책을 PDF 뷰어로 열람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Presigned URL로 보안 접근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EBookMarket의 차별점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3774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777240"/>
            <a:ext cx="19202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EBookMarket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777240"/>
            <a:ext cx="1920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일반 전자책 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777240"/>
            <a:ext cx="1920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777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중고 서적 사이트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207008"/>
            <a:ext cx="23774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2070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포인트로 구매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207008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1207008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207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1773936"/>
            <a:ext cx="23774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7739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PDF 직접 업로드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1773936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17739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73936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7739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1773936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7739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340864"/>
            <a:ext cx="23774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3408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1:1 책 교환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34640" y="2340864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3408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340864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3408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2340864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3408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2907792"/>
            <a:ext cx="23774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907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중고 포인트 거래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34640" y="2907792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0" y="29077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2907792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077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0" y="2907792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290779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3474720"/>
            <a:ext cx="23774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474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교환 + 포인트 혼합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</a:rPr>
              <a:t>✅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46320" y="3474720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49" name="Text 47"/>
          <p:cNvSpPr/>
          <p:nvPr/>
        </p:nvSpPr>
        <p:spPr>
          <a:xfrm>
            <a:off x="484632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58000" y="3474720"/>
            <a:ext cx="1920240" cy="530352"/>
          </a:xfrm>
          <a:prstGeom prst="rect">
            <a:avLst/>
          </a:prstGeom>
          <a:solidFill>
            <a:srgbClr val="172A42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0" y="34747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7171"/>
                </a:solidFill>
              </a:rPr>
              <a:t>❌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4041648"/>
            <a:ext cx="23774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0416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무료 PaaS 배포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834640" y="4041648"/>
            <a:ext cx="1920240" cy="530352"/>
          </a:xfrm>
          <a:prstGeom prst="rect">
            <a:avLst/>
          </a:prstGeom>
          <a:solidFill>
            <a:srgbClr val="0D3F5C"/>
          </a:solidFill>
          <a:ln/>
        </p:spPr>
      </p:sp>
      <p:sp>
        <p:nvSpPr>
          <p:cNvPr id="55" name="Text 53"/>
          <p:cNvSpPr/>
          <p:nvPr/>
        </p:nvSpPr>
        <p:spPr>
          <a:xfrm>
            <a:off x="2834640" y="4041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✅ (실제 운영)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846320" y="4041648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4041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—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858000" y="4041648"/>
            <a:ext cx="1920240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0" y="404164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SWOT 분석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210312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FAE5"/>
                </a:solidFill>
              </a:rPr>
              <a:t>Strengths  강점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3794760" cy="27432"/>
          </a:xfrm>
          <a:prstGeom prst="rect">
            <a:avLst/>
          </a:prstGeom>
          <a:solidFill>
            <a:srgbClr val="D1FAE5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구매·교환·중고 모든 거래 방식 지원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직접 PDF 업로드 가능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JWT + Redis 보안 인증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FAE5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실제 클라우드 배포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60520" cy="2103120"/>
          </a:xfrm>
          <a:prstGeom prst="rect">
            <a:avLst/>
          </a:prstGeom>
          <a:solidFill>
            <a:srgbClr val="7C2D1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412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2E2"/>
                </a:solidFill>
              </a:rPr>
              <a:t>Weaknesses  약점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207008"/>
            <a:ext cx="3794760" cy="27432"/>
          </a:xfrm>
          <a:prstGeom prst="rect">
            <a:avLst/>
          </a:prstGeom>
          <a:solidFill>
            <a:srgbClr val="FEE2E2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E2E2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</a:rPr>
              <a:t>Render 무료 인스턴스 슬립 이슈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E2E2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</a:rPr>
              <a:t>콘텐츠 저작권 검증 미비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E2E2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</a:rPr>
              <a:t>모바일 UX 최적화 미흡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40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E2E2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EE2E2"/>
                </a:solidFill>
              </a:rPr>
              <a:t>결제 시스템 미연동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210312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63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AFE"/>
                </a:solidFill>
              </a:rPr>
              <a:t>Opportunities  기회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3794760" cy="27432"/>
          </a:xfrm>
          <a:prstGeom prst="rect">
            <a:avLst/>
          </a:prstGeom>
          <a:solidFill>
            <a:srgbClr val="DBEAF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20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A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전자책 시장 연 15%+ 성장세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867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A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중고 거래 플랫폼 급성장 트렌드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A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교육·자기계발 도서 수요 증가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562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A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</a:rPr>
              <a:t>대학생 타깃 저비용 독서 욕구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2103120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063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FE"/>
                </a:solidFill>
              </a:rPr>
              <a:t>Threats  위협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429000"/>
            <a:ext cx="3794760" cy="27432"/>
          </a:xfrm>
          <a:prstGeom prst="rect">
            <a:avLst/>
          </a:prstGeom>
          <a:solidFill>
            <a:srgbClr val="EDE9FE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520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리디북스·밀리의 서재 등 대형 경쟁사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867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저작권 법적 리스크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153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소규모 초기 콘텐츠 확보 어려움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562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9FE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DE9FE"/>
                </a:solidFill>
              </a:rPr>
              <a:t>보안 취약점 발생 가능성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왜 EBookMarket이어야 하는가?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0604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₩8,500억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2024 국내 전자책 시장 규모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60604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연 15%+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전자책 시장 연간 성장률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77240"/>
            <a:ext cx="26060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4.2만원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0" y="1572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대학생 월평균 도서 구매 지출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3957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틈새 시장 공략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기존 플랫폼은 구매만 가능.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교환·중고 거래를 합친 서비스는 존재하지 않는다.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독서 비용 절감을 원하는 학생·직장인 타깃.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3957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2971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기술로 신뢰 확보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83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JWT + Redis 이중 인증으로 계정 보안 강화.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S3 Presigned URL로 파일 직접 노출 차단.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포인트 트랜잭션 무결성 보장.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331720"/>
            <a:ext cx="26060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3957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29718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낮은 진입 비용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3832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Render + Vercel 무료 배포로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초기 인프라 비용 0원.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사용자 증가 시 단계적 유료 전환 가능.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이 과정을 통해 배운 것들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C0DF"/>
                </a:solidFill>
              </a:rPr>
              <a:t>"코드를 짜는 것보다, 코드가 돌아가는 환경을 만드는 것이 더 어렵다"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8191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배포는 개발의 완성이다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로컬에서 되는 것과 서버에서 되는 것은 다르다.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CORS, 환경변수, 파일 크기 제한... 실제 배포 후에야 보인다.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58191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533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Git은 협업의 언어다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71907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브랜치 충돌, non-fast-forward push, merge commit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이론이 아닌 실전에서 Git을 익혔다.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9631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8163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오류 메시지는 답이다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5351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500 에러의 원인을 로그에서 찾고,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포인트 부족을 IllegalStateException으로 추적하는 과정을 배웠다.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49631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81635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5877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설계를 먼저 맞춰야 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95351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purchasedFromSite, Library vs MyBook 구조 논쟁...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개발 전 도메인 설계 합의가 얼마나 중요한지 깨달았다.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05079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82219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함께 만드는 과정의 가치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18795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미팅에서 기능 우선순위를 조율하고,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같은 결과물을 향해 각자의 역할을 맞춰가는 경험.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730752"/>
            <a:ext cx="41148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405079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82219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C0DF"/>
                </a:solidFill>
              </a:rPr>
              <a:t>완성보다 과정이 자산이다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4187952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기능 하나를 추가할 때마다 전체를 이해하게 되었다.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이 프로젝트는 포트폴리오이자 내 성장의 기록이다.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0891B2"/>
                </a:solidFill>
              </a:rPr>
              <a:t>결론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기술보다 중요한 것은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만들어가는 경험이었다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EBookMarket은 단순한 결과물이 아닙니다.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배포 실패를 고치고, Git 충돌을 해결하고,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미팅에서 방향을 맞추며 완성한 성장의 기록입니다.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 &amp; A  —  감사합니다 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EBookMarket 발표자료</dc:title>
  <dc:subject>PptxGenJS Presentation</dc:subject>
  <dc:creator>지르코</dc:creator>
  <cp:lastModifiedBy>지르코</cp:lastModifiedBy>
  <cp:revision>1</cp:revision>
  <dcterms:created xsi:type="dcterms:W3CDTF">2026-05-01T12:18:14Z</dcterms:created>
  <dcterms:modified xsi:type="dcterms:W3CDTF">2026-05-01T12:18:14Z</dcterms:modified>
</cp:coreProperties>
</file>